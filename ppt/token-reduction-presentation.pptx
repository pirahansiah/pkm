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Reducing Token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A84FF"/>
                </a:solidFill>
              </a:defRPr>
            </a:pPr>
            <a:r>
              <a:t>in AI-Assisted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Practical strategies for .claude, .cursor, and Copilot workspaces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</a:defRPr>
            </a:pPr>
            <a:r>
              <a:t>Dr. Farshid Pirahansiah  |  pirahansiah.com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Problem: Token Bloat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5603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375F"/>
                </a:solidFill>
              </a:defRPr>
            </a:pPr>
            <a:r>
              <a:t>162 KB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Full .claude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AI reads everything every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463040"/>
            <a:ext cx="25603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375F"/>
                </a:solidFill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Token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No optimization applied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25603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375F"/>
                </a:solidFill>
              </a:defRPr>
            </a:pPr>
            <a:r>
              <a:t>Slow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Response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More tokens = slower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463040"/>
            <a:ext cx="25603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645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375F"/>
                </a:solidFill>
              </a:defRPr>
            </a:pPr>
            <a:r>
              <a:t>$$$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API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Pay for irrelevant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84FF"/>
                </a:solidFill>
              </a:defRPr>
            </a:pPr>
            <a:r>
              <a:t>What are Tokens?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1 token ≈ 4 characters  •  1 token ≈ 0.75 words  •  GPT-4: $0.03/1K input tokens</a:t>
            </a:r>
            <a:br/>
            <a:r>
              <a:t>Every file in your workspace = tokens consumed per request</a:t>
            </a:r>
            <a:br/>
            <a:r>
              <a:t>Irrelevant files = wasted money + slower responses + diluted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Token Cost by Component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8988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898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CV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898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Web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3898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Edge/C++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3898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Minimal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1069848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3852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Core (CLAUDE, AGENTS)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3852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~10 KB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3852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0D158"/>
                </a:solidFill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3852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0D158"/>
                </a:solidFill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3852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0D158"/>
                </a:solidFill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93852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0D158"/>
                </a:solidFill>
              </a:defRPr>
            </a:pPr>
            <a:r>
              <a:t>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377440"/>
            <a:ext cx="1069848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39572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Rules (6 files)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39572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~12 KB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39572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5/6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9572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1/6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39572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4/6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239572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375F"/>
                </a:solidFill>
              </a:defRPr>
            </a:pPr>
            <a:r>
              <a:t>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834640"/>
            <a:ext cx="1069848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85292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Skills (32 files)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285292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~90 KB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85292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7/32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5/32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85292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7/32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85292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375F"/>
                </a:solidFill>
              </a:defRPr>
            </a:pPr>
            <a:r>
              <a:t>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291840"/>
            <a:ext cx="1069848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331012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Agents (7 files)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31012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~14 KB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31012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4/7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31012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2/7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310128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3/7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31012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375F"/>
                </a:solidFill>
              </a:defRPr>
            </a:pPr>
            <a:r>
              <a:t>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3749039"/>
            <a:ext cx="1069848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767327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Workflows (3 files)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3767327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~6 KB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376732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0D158"/>
                </a:solidFill>
              </a:defRPr>
            </a:pPr>
            <a: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76732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375F"/>
                </a:solidFill>
              </a:defRPr>
            </a:pPr>
            <a:r>
              <a:t>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376732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0D158"/>
                </a:solidFill>
              </a:defRPr>
            </a:pPr>
            <a: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767327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375F"/>
                </a:solidFill>
              </a:defRPr>
            </a:pPr>
            <a:r>
              <a:t>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4206240"/>
            <a:ext cx="1069848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224527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Commands (5 files)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4224527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~5 KB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422452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375F"/>
                </a:solidFill>
              </a:defRPr>
            </a:pPr>
            <a:r>
              <a:t>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22452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375F"/>
                </a:solidFill>
              </a:defRPr>
            </a:pPr>
            <a:r>
              <a:t>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22452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375F"/>
                </a:solidFill>
              </a:defRPr>
            </a:pPr>
            <a:r>
              <a:t>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4224527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375F"/>
                </a:solidFill>
              </a:defRPr>
            </a:pPr>
            <a:r>
              <a:t>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4663440"/>
            <a:ext cx="1069848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4681727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Agent-Memory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0" y="4681727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~10 KB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468172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Partial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468172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Partial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468172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Partial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4681727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375F"/>
                </a:solidFill>
              </a:defRPr>
            </a:pPr>
            <a:r>
              <a:t>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5120640"/>
            <a:ext cx="10698480" cy="438912"/>
          </a:xfrm>
          <a:prstGeom prst="rect">
            <a:avLst/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5138927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TOTAL COST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0" y="5138927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~162 KB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513892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38-45%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13892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20-30%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513892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40-50%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5138927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6-10%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Strategy 1: .cursorignore Templates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73152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Minimal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0D158"/>
                </a:solidFill>
              </a:defRPr>
            </a:pPr>
            <a:r>
              <a:t>5-10%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Core config only</a:t>
            </a:r>
            <a:br/>
            <a:r>
              <a:t>No skills/agents/rules</a:t>
            </a:r>
            <a:br/>
            <a:r>
              <a:t>Best for: Simple tasks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371600"/>
            <a:ext cx="2560320" cy="7315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Web/Backend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A84FF"/>
                </a:solidFill>
              </a:defRPr>
            </a:pPr>
            <a:r>
              <a:t>20-30%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6517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Python/backend skills</a:t>
            </a:r>
            <a:br/>
            <a:r>
              <a:t>modernize, tdd, codebase-design</a:t>
            </a:r>
            <a:br/>
            <a:r>
              <a:t>Best for: Web apps, APIs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25603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2560320" cy="73152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CV/ML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F5AF2"/>
                </a:solidFill>
              </a:defRPr>
            </a:pPr>
            <a:r>
              <a:t>35-45%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517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cv-pipeline, quantize, edge-deploy</a:t>
            </a:r>
            <a:br/>
            <a:r>
              <a:t>data-labelling, benchmark-model</a:t>
            </a:r>
            <a:br/>
            <a:r>
              <a:t>Best for: YOLO, SAM2, vision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5603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560320" cy="73152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Edge/C++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F0A"/>
                </a:solidFill>
              </a:defRPr>
            </a:pPr>
            <a:r>
              <a:t>40-50%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6517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edge-deploy, quantize, benchmark</a:t>
            </a:r>
            <a:br/>
            <a:r>
              <a:t>cpp-style, hardware-optimization</a:t>
            </a:r>
            <a:br/>
            <a:r>
              <a:t>Best for: Inference,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</a:defRPr>
            </a:pPr>
            <a:r>
              <a:t>Usage:  copy .cursorignore.cv-project  →  project/.cursorignore</a:t>
            </a:r>
            <a:br/>
            <a:r>
              <a:t>Then commit to version control so team uses same settings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Strategy 2: Selective File Loading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D158"/>
                </a:solidFill>
              </a:defRPr>
            </a:pPr>
            <a:r>
              <a:t>✅  INCLUDE (relevant to project)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  ! .claude/skills/cv-pipeline/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  ! .claude/skills/quantize/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  ! .claude/agents/cv-ml-expert.md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  ! .claude/rules/python-style.md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  ! .claude/CLAUDE.md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  ! .claude/AGENTS.md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02920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75F"/>
                </a:solidFill>
              </a:defRPr>
            </a:pPr>
            <a:r>
              <a:t>❌  EXCLUDE (not needed)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  .claude/skills/modernize/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  .claude/skills/portfolio/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  .claude/agents/devops-engineer.md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  .claude/workflows/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  .claude/commands/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</a:defRPr>
            </a:pPr>
            <a:r>
              <a:t>  .claude/agent-memory/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0D158"/>
                </a:solidFill>
              </a:defRPr>
            </a:pPr>
            <a:r>
              <a:t>Result: AI reads 38-45% instead of 100%  →  Faster + Cheaper + More Focused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Strategy 3: Remove Unnecessary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54864"/>
          </a:xfrm>
          <a:prstGeom prst="rect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375F"/>
                </a:solidFill>
              </a:defRPr>
            </a:pPr>
            <a:r>
              <a:t>Reference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• DIRECTORY-TREE.md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• FILE-INVENTORY.md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• SETUP-IGNORE-FILES.md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• PRESENTATION-BASIC-USERS.md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371600"/>
            <a:ext cx="256032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371600"/>
            <a:ext cx="2560320" cy="54864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0A"/>
                </a:solidFill>
              </a:defRPr>
            </a:pPr>
            <a:r>
              <a:t>Project Registries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65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• PROJECT_PORTFOLIO_ASSETS.md (4084 lines!)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• PROJECT_REGISTRY.md (322 lines)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154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• MEMORY.md (session history)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7490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• PERSONAL.md (already git-ignored)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371600"/>
            <a:ext cx="256032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371600"/>
            <a:ext cx="2560320" cy="54864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F5AF2"/>
                </a:solidFill>
              </a:defRPr>
            </a:pPr>
            <a:r>
              <a:t>Tool-Specific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965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• .cursorignore (7 variants)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• presentation.pptx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154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• requirements.txt (wrong project)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7490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• commands/, workflows/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371600"/>
            <a:ext cx="256032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1371600"/>
            <a:ext cx="2560320" cy="54864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84FF"/>
                </a:solidFill>
              </a:defRPr>
            </a:pPr>
            <a:r>
              <a:t>Stale Subdirs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1965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• myWebsite/ (duplicate)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• agent-memory/ (other projects)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154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• ._* macOS resource forks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7490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• .DS_Store 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0D158"/>
                </a:solidFill>
              </a:defRPr>
            </a:pPr>
            <a:r>
              <a:t>Real result:  -4,967 lines removed  |  +584 lines added  |  Net: -4,383 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Strategy 4: Combine Redundant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54864"/>
          </a:xfrm>
          <a:prstGeom prst="rect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375F"/>
                </a:solidFill>
              </a:defRPr>
            </a:pPr>
            <a: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CLAUDE.md (277 lines, EdgeVision content)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README.md (84 lines, mixed references)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MEMORY.md (120 lines, other project history)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DIRECTORY-TREE.md (324 lines, Windows paths)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FILE-INVENTORY.md (280 lines, duplicate info)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30352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5303520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D158"/>
                </a:solidFill>
              </a:defRPr>
            </a:pPr>
            <a: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CLAUDE.md (73 lines, website-relevant only)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51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README.md (17 lines, clean structure)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Removed: MEMORY.md, DIRECTORY-TREE, FILE-INVENTORY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2976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Net: 785 lines → 90 lines (88% reduction)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Before &amp; After: Real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54864"/>
          </a:xfrm>
          <a:prstGeom prst="rect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375F"/>
                </a:solidFill>
              </a:defRPr>
            </a:pPr>
            <a:r>
              <a:t>BEFORE  (myWebsite/.claude)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60 files  •  4 directories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162+ KB total content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PROJECT_PORTFOLIO_ASSETS.md: 4084 lines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DIRECTORY-TREE.md: 324 lines (Windows paths)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FILE-INVENTORY.md: 280 lines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PRESENTATION-BASIC-USERS.md: 396 lines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7 .cursorignore variants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agent-memory/ from other projects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myWebsite/ duplicate subfolder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0352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03520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D158"/>
                </a:solidFill>
              </a:defRPr>
            </a:pPr>
            <a:r>
              <a:t>AFTER  (cleaned)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12 files  •  3 directories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~30 KB total content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CLAUDE.md: 73 lines (website-focused)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README.md: 17 lines (clean structure)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AGENTS.md: 74 lines (agent registry)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rules/: 6 files (coding standards)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skills/: 32 folders (on-demand)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agents/: 8 files (specialist personas)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</a:defRPr>
            </a:pPr>
            <a:r>
              <a:t>81% file reduction  •  82% size reduction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Results: Token Reduction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0D158"/>
                </a:solidFill>
              </a:defRPr>
            </a:pPr>
            <a:r>
              <a:t>-81%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Files Removed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60 → 12 files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371600"/>
            <a:ext cx="25603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554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A84FF"/>
                </a:solidFill>
              </a:defRPr>
            </a:pPr>
            <a:r>
              <a:t>-82%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Size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162KB → ~30KB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25603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54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BF5AF2"/>
                </a:solidFill>
              </a:defRPr>
            </a:pPr>
            <a:r>
              <a:t>-88%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Line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785 → 90 lines</a:t>
            </a:r>
            <a:br/>
            <a:r>
              <a:t>(CLAUDE.md + README)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371600"/>
            <a:ext cx="25603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554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9F0A"/>
                </a:solidFill>
              </a:defRPr>
            </a:pPr>
            <a:r>
              <a:t>60-95%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Token Savings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With .cursorignore</a:t>
            </a:r>
            <a:br/>
            <a:r>
              <a:t>templates applied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1069848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84FF"/>
                </a:solidFill>
              </a:defRPr>
            </a:pPr>
            <a:r>
              <a:t>Key Takeaways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• Only keep files that AI actually needs for this specific project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• Use .cursorignore templates to match project type (CV, Web, Edge, Minimal)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• Regularly audit .claude folder — delete stale memories, duplicate docs, tool-specific files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</a:defRPr>
            </a:pPr>
            <a:r>
              <a:t>• Combine redundant documentation into single, focused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🎯  Project-Specific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Each project gets its own .cursorignore</a:t>
            </a:r>
            <a:br/>
            <a:r>
              <a:t>tailored to its tech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1371600"/>
            <a:ext cx="34747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🧹  Regular Audits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0574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Quarterly cleanup of stale memories,</a:t>
            </a:r>
            <a:br/>
            <a:r>
              <a:t>old session logs, unused agents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71600"/>
            <a:ext cx="34747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📄  Minimal CLAUDE.md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574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Keep project brain under 100 lines.</a:t>
            </a:r>
            <a:br/>
            <a:r>
              <a:t>Remove anything not used weekly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34747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🔗  Shared Templates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Store .cursorignore templates in</a:t>
            </a:r>
            <a:br/>
            <a:r>
              <a:t>~/.claude/ for reuse across projects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3931920"/>
            <a:ext cx="34747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📊  Measure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6177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Track token usage before/after.</a:t>
            </a:r>
            <a:br/>
            <a:r>
              <a:t>Verify savings with IDE telemetry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931920"/>
            <a:ext cx="34747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🔄  Mirror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6177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Keep Claude + Copilot memory</a:t>
            </a:r>
            <a:br/>
            <a:r>
              <a:t>in sync to avoid duplication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→  4 strategies: Templates, Selective Loading, File Cleanup, Combine Redundant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→  Real result: 60 files → 12 files, 162KB → ~30KB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7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→  Token savings: 60-95% with project-specific .cursorignore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5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→  Faster responses + Lower costs + Better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A84FF"/>
                </a:solidFill>
              </a:defRPr>
            </a:pPr>
            <a:r>
              <a:t>pirahansiah.com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